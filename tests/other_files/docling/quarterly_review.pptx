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Service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Northwind Analytics AS for Riverbank Logistics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Uptime was 99.95%, above the target of 99.9%.</a:t>
            </a:r>
          </a:p>
          <a:p>
            <a:r>
              <a:t>Two critical incidents, both answered within 2 hours.</a:t>
            </a:r>
          </a:p>
          <a:p>
            <a:pPr lvl="1"/>
            <a:r>
              <a:t>Both were caused by a network provider.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Monthly fee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 EUR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 EUR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